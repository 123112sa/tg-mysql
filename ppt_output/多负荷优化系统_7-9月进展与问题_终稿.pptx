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41f2632db745f6" /><Relationship Type="http://schemas.openxmlformats.org/officeDocument/2006/relationships/extended-properties" Target="/docProps/app.xml" Id="R4667a97da9aa4b98" /><Relationship Type="http://schemas.openxmlformats.org/officeDocument/2006/relationships/officeDocument" Target="/ppt/presentation.xml" Id="Ra1a5357f20e0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60d0ce851f4f82"/>
  </p:sldMasterIdLst>
  <p:notesMasterIdLst>
    <p:notesMasterId xmlns:r="http://schemas.openxmlformats.org/officeDocument/2006/relationships" r:id="Rac210817c6d34045"/>
  </p:notesMasterIdLst>
  <p:sldIdLst>
    <p:sldId xmlns:r="http://schemas.openxmlformats.org/officeDocument/2006/relationships" id="256" r:id="R985088622c0f47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57ceb2a6d04d03" /><Relationship Type="http://schemas.openxmlformats.org/officeDocument/2006/relationships/slideMaster" Target="/ppt/slideMasters/slideMaster1.xml" Id="R7c60d0ce851f4f82" /><Relationship Type="http://schemas.openxmlformats.org/officeDocument/2006/relationships/notesMaster" Target="/ppt/notesMasters/notesMaster1.xml" Id="Rac210817c6d34045" /><Relationship Type="http://schemas.openxmlformats.org/officeDocument/2006/relationships/presProps" Target="/ppt/presProps.xml" Id="Rd2b00a0736d2439d" /><Relationship Type="http://schemas.openxmlformats.org/officeDocument/2006/relationships/tableStyles" Target="/ppt/tableStyles.xml" Id="Rca6255edbe094cd2" /><Relationship Type="http://schemas.openxmlformats.org/officeDocument/2006/relationships/slide" Target="/ppt/slides/slide1.xml" Id="R985088622c0f47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f3485f7279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787029ad84216" /><Relationship Type="http://schemas.openxmlformats.org/officeDocument/2006/relationships/notesMaster" Target="/ppt/notesMasters/notesMaster1.xml" Id="Re7b863e808fc45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的《7-9月进展及下步计划-系统1和6.docx》多负荷优化系统相关段落。总体进度50%为文档中2026年9月14日口径。界面截图沿用用户提供的《一页-多负荷优化系统进展汇报20260704.pptx》，仅作7月界面示意。存在问题由文档的9月测试状态与下步计划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8640d06af46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9daf51316446b" /><Relationship Type="http://schemas.openxmlformats.org/officeDocument/2006/relationships/slideLayout" Target="/ppt/slideLayouts/slideLayout1.xml" Id="Rd13c756379ce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3c756379ce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e24d8d5124e57" /><Relationship Type="http://schemas.openxmlformats.org/officeDocument/2006/relationships/image" Target="/ppt/media/image.png" Id="Rfc5f4dc56a4c43e8" /><Relationship Type="http://schemas.openxmlformats.org/officeDocument/2006/relationships/image" Target="/ppt/media/image2.png" Id="R701772694cb14f47" /><Relationship Type="http://schemas.openxmlformats.org/officeDocument/2006/relationships/image" Target="/ppt/media/image3.png" Id="Rb8557574252f482c" /><Relationship Type="http://schemas.openxmlformats.org/officeDocument/2006/relationships/image" Target="/ppt/media/image4.png" Id="R2afdedf8e7424261" /><Relationship Type="http://schemas.openxmlformats.org/officeDocument/2006/relationships/image" Target="/ppt/media/image5.png" Id="Ra9cbfd6cae084366" /><Relationship Type="http://schemas.openxmlformats.org/officeDocument/2006/relationships/notesSlide" Target="/ppt/notesSlides/notesSlide1.xml" Id="R0d2f266b586a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f4dc56a4c43e8"/>
          <a:srcRect xmlns:a="http://schemas.openxmlformats.org/drawingml/2006/main" l="0" t="12474" r="0" b="12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</p:spPr>
      </p:pic>
      <p:sp>
        <p:nvSpPr>
          <p:cNvPr id="2" name="header-prefix">
            <a:extLst xmlns:a="http://schemas.openxmlformats.org/drawingml/2006/main">
              <a:ext uri="{FF2B5EF4-FFF2-40B4-BE49-F238E27FC236}">
                <a16:creationId xmlns:a16="http://schemas.microsoft.com/office/drawing/2014/main" id="{97615669-EDD3-4313-BF97-D25EC5A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62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研究进展：</a:t>
            </a:r>
          </a:p>
        </p:txBody>
      </p:sp>
      <p:sp>
        <p:nvSpPr>
          <p:cNvPr id="3" name="header-subject">
            <a:extLst xmlns:a="http://schemas.openxmlformats.org/drawingml/2006/main">
              <a:ext uri="{FF2B5EF4-FFF2-40B4-BE49-F238E27FC236}">
                <a16:creationId xmlns:a16="http://schemas.microsoft.com/office/drawing/2014/main" id="{CFF62F32-51D5-4D6C-B7F8-33E25765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6200"/>
            <a:ext cx="3476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多负荷优化系统</a:t>
            </a:r>
          </a:p>
        </p:txBody>
      </p:sp>
      <p:sp>
        <p:nvSpPr>
          <p:cNvPr id="4" name="header-period">
            <a:extLst xmlns:a="http://schemas.openxmlformats.org/drawingml/2006/main">
              <a:ext uri="{FF2B5EF4-FFF2-40B4-BE49-F238E27FC236}">
                <a16:creationId xmlns:a16="http://schemas.microsoft.com/office/drawing/2014/main" id="{01CBE513-019C-4FEC-8E34-A83FD3F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43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7—9月</a:t>
            </a:r>
          </a:p>
        </p:txBody>
      </p:sp>
      <p:sp>
        <p:nvSpPr>
          <p:cNvPr id="5" name="summary-background">
            <a:extLst xmlns:a="http://schemas.openxmlformats.org/drawingml/2006/main">
              <a:ext uri="{FF2B5EF4-FFF2-40B4-BE49-F238E27FC236}">
                <a16:creationId xmlns:a16="http://schemas.microsoft.com/office/drawing/2014/main" id="{09F4AC13-2575-425B-B832-68A83698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04850"/>
            <a:ext cx="115252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mmary-bullet-one">
            <a:extLst xmlns:a="http://schemas.openxmlformats.org/drawingml/2006/main">
              <a:ext uri="{FF2B5EF4-FFF2-40B4-BE49-F238E27FC236}">
                <a16:creationId xmlns:a16="http://schemas.microsoft.com/office/drawing/2014/main" id="{4FEED1F2-3CE7-41D5-B5D4-99E2B0C4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66775"/>
            <a:ext cx="37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7" name="summary-july-august">
            <a:extLst xmlns:a="http://schemas.openxmlformats.org/drawingml/2006/main">
              <a:ext uri="{FF2B5EF4-FFF2-40B4-BE49-F238E27FC236}">
                <a16:creationId xmlns:a16="http://schemas.microsoft.com/office/drawing/2014/main" id="{59E5EFF7-8C26-4393-9E35-71F3EBCC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19150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7—8月：校核模型参数，研发报表模块，优化并测试调度模型，形成初版离线系统。</a:t>
            </a:r>
          </a:p>
        </p:txBody>
      </p:sp>
      <p:sp>
        <p:nvSpPr>
          <p:cNvPr id="8" name="summary-bullet-two">
            <a:extLst xmlns:a="http://schemas.openxmlformats.org/drawingml/2006/main">
              <a:ext uri="{FF2B5EF4-FFF2-40B4-BE49-F238E27FC236}">
                <a16:creationId xmlns:a16="http://schemas.microsoft.com/office/drawing/2014/main" id="{A9282CC9-4F5E-4533-83F8-B26B826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57325"/>
            <a:ext cx="37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9" name="summary-september">
            <a:extLst xmlns:a="http://schemas.openxmlformats.org/drawingml/2006/main">
              <a:ext uri="{FF2B5EF4-FFF2-40B4-BE49-F238E27FC236}">
                <a16:creationId xmlns:a16="http://schemas.microsoft.com/office/drawing/2014/main" id="{C2C17EDE-5FA5-40EB-9552-89EF347B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09700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9月：制作离线部署文件，修订测试大纲，开展报表生成、监控与预测等部分功能测试。</a:t>
            </a:r>
          </a:p>
        </p:txBody>
      </p:sp>
      <p:sp>
        <p:nvSpPr>
          <p:cNvPr id="10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731F5EA7-F2D9-4C1C-8D93-BAEA391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8763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总体进度</a:t>
            </a:r>
          </a:p>
        </p:txBody>
      </p:sp>
      <p:sp>
        <p:nvSpPr>
          <p:cNvPr id="11" name="progress-value">
            <a:extLst xmlns:a="http://schemas.openxmlformats.org/drawingml/2006/main">
              <a:ext uri="{FF2B5EF4-FFF2-40B4-BE49-F238E27FC236}">
                <a16:creationId xmlns:a16="http://schemas.microsoft.com/office/drawing/2014/main" id="{A1F2028D-1B91-447B-AC51-4893421A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12395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41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50%</a:t>
            </a:r>
          </a:p>
        </p:txBody>
      </p:sp>
      <p:sp>
        <p:nvSpPr>
          <p:cNvPr id="12" name="progress-date">
            <a:extLst xmlns:a="http://schemas.openxmlformats.org/drawingml/2006/main">
              <a:ext uri="{FF2B5EF4-FFF2-40B4-BE49-F238E27FC236}">
                <a16:creationId xmlns:a16="http://schemas.microsoft.com/office/drawing/2014/main" id="{E268D355-2DE1-4E28-92CC-AD50944A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02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截至9月14日</a:t>
            </a:r>
          </a:p>
        </p:txBody>
      </p:sp>
      <p:sp>
        <p:nvSpPr>
          <p:cNvPr id="13" name="timeline-heading">
            <a:extLst xmlns:a="http://schemas.openxmlformats.org/drawingml/2006/main">
              <a:ext uri="{FF2B5EF4-FFF2-40B4-BE49-F238E27FC236}">
                <a16:creationId xmlns:a16="http://schemas.microsoft.com/office/drawing/2014/main" id="{12B3B50C-6A77-43E8-9C7B-84D0372D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240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7—9月关键进展</a:t>
            </a:r>
          </a:p>
        </p:txBody>
      </p:sp>
      <p:sp>
        <p:nvSpPr>
          <p:cNvPr id="14" name="screenshots-heading">
            <a:extLst xmlns:a="http://schemas.openxmlformats.org/drawingml/2006/main">
              <a:ext uri="{FF2B5EF4-FFF2-40B4-BE49-F238E27FC236}">
                <a16:creationId xmlns:a16="http://schemas.microsoft.com/office/drawing/2014/main" id="{76CF38ED-97E1-4B98-82BB-E2400FF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124075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系统界面示意（7月参考图）</a:t>
            </a:r>
          </a:p>
        </p:txBody>
      </p:sp>
      <p:sp>
        <p:nvSpPr>
          <p:cNvPr id="15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3C140C78-F79F-4052-905A-9A5F95CD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289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onth-0">
            <a:extLst xmlns:a="http://schemas.openxmlformats.org/drawingml/2006/main">
              <a:ext uri="{FF2B5EF4-FFF2-40B4-BE49-F238E27FC236}">
                <a16:creationId xmlns:a16="http://schemas.microsoft.com/office/drawing/2014/main" id="{8C5A0912-8BA9-4298-B60E-25D6836C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33650"/>
            <a:ext cx="80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7145">
            <a:solidFill>
              <a:srgbClr val="0B5C97"/>
            </a:solidFill>
            <a:prstDash val="solid"/>
          </a:ln>
        </p:spPr>
      </p:sp>
      <p:sp>
        <p:nvSpPr>
          <p:cNvPr id="17" name="month-label-0">
            <a:extLst xmlns:a="http://schemas.openxmlformats.org/drawingml/2006/main">
              <a:ext uri="{FF2B5EF4-FFF2-40B4-BE49-F238E27FC236}">
                <a16:creationId xmlns:a16="http://schemas.microsoft.com/office/drawing/2014/main" id="{452A16BE-9015-4C0B-BE9C-B1D24681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62225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rPr>
              <a:t>7月</a:t>
            </a:r>
          </a:p>
        </p:txBody>
      </p:sp>
      <p:sp>
        <p:nvSpPr>
          <p:cNvPr id="18" name="milestone-title-0">
            <a:extLst xmlns:a="http://schemas.openxmlformats.org/drawingml/2006/main">
              <a:ext uri="{FF2B5EF4-FFF2-40B4-BE49-F238E27FC236}">
                <a16:creationId xmlns:a16="http://schemas.microsoft.com/office/drawing/2014/main" id="{6FB2AA55-7A99-4E4E-83DE-03B73852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2412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模型与报表</a:t>
            </a:r>
          </a:p>
        </p:txBody>
      </p:sp>
      <p:sp>
        <p:nvSpPr>
          <p:cNvPr id="19" name="milestone-detail-0">
            <a:extLst xmlns:a="http://schemas.openxmlformats.org/drawingml/2006/main">
              <a:ext uri="{FF2B5EF4-FFF2-40B4-BE49-F238E27FC236}">
                <a16:creationId xmlns:a16="http://schemas.microsoft.com/office/drawing/2014/main" id="{0FDA9E45-A731-4056-B4E0-1A643BC9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5086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结合生产数据校核模型参数，研发报表生成模块</a:t>
            </a:r>
          </a:p>
        </p:txBody>
      </p:sp>
      <p:sp>
        <p:nvSpPr>
          <p:cNvPr id="20" name="month-1">
            <a:extLst xmlns:a="http://schemas.openxmlformats.org/drawingml/2006/main">
              <a:ext uri="{FF2B5EF4-FFF2-40B4-BE49-F238E27FC236}">
                <a16:creationId xmlns:a16="http://schemas.microsoft.com/office/drawing/2014/main" id="{900E0FE5-E118-42C1-9179-C0B704E2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400425"/>
            <a:ext cx="80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7145">
            <a:solidFill>
              <a:srgbClr val="0B5C97"/>
            </a:solidFill>
            <a:prstDash val="solid"/>
          </a:ln>
        </p:spPr>
      </p:sp>
      <p:sp>
        <p:nvSpPr>
          <p:cNvPr id="21" name="month-label-1">
            <a:extLst xmlns:a="http://schemas.openxmlformats.org/drawingml/2006/main">
              <a:ext uri="{FF2B5EF4-FFF2-40B4-BE49-F238E27FC236}">
                <a16:creationId xmlns:a16="http://schemas.microsoft.com/office/drawing/2014/main" id="{CFC47197-B6EE-4BDA-BB85-063C8EFD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29000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rPr>
              <a:t>8月</a:t>
            </a:r>
          </a:p>
        </p:txBody>
      </p:sp>
      <p:sp>
        <p:nvSpPr>
          <p:cNvPr id="22" name="milestone-title-1">
            <a:extLst xmlns:a="http://schemas.openxmlformats.org/drawingml/2006/main">
              <a:ext uri="{FF2B5EF4-FFF2-40B4-BE49-F238E27FC236}">
                <a16:creationId xmlns:a16="http://schemas.microsoft.com/office/drawing/2014/main" id="{3D23E53B-BB49-496D-8C92-C4ACE866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909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离线系统初版</a:t>
            </a:r>
          </a:p>
        </p:txBody>
      </p:sp>
      <p:sp>
        <p:nvSpPr>
          <p:cNvPr id="23" name="milestone-detail-1">
            <a:extLst xmlns:a="http://schemas.openxmlformats.org/drawingml/2006/main">
              <a:ext uri="{FF2B5EF4-FFF2-40B4-BE49-F238E27FC236}">
                <a16:creationId xmlns:a16="http://schemas.microsoft.com/office/drawing/2014/main" id="{76403418-8C60-4E2C-9CF8-09C5EAB7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33800"/>
            <a:ext cx="5086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优化并测试调度模型，嵌入系统框架</a:t>
            </a:r>
          </a:p>
        </p:txBody>
      </p:sp>
      <p:sp>
        <p:nvSpPr>
          <p:cNvPr id="24" name="month-2">
            <a:extLst xmlns:a="http://schemas.openxmlformats.org/drawingml/2006/main">
              <a:ext uri="{FF2B5EF4-FFF2-40B4-BE49-F238E27FC236}">
                <a16:creationId xmlns:a16="http://schemas.microsoft.com/office/drawing/2014/main" id="{FC430B6C-63AB-4434-8273-FA397833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267200"/>
            <a:ext cx="80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7145">
            <a:solidFill>
              <a:srgbClr val="0B5C97"/>
            </a:solidFill>
            <a:prstDash val="solid"/>
          </a:ln>
        </p:spPr>
      </p:sp>
      <p:sp>
        <p:nvSpPr>
          <p:cNvPr id="25" name="month-label-2">
            <a:extLst xmlns:a="http://schemas.openxmlformats.org/drawingml/2006/main">
              <a:ext uri="{FF2B5EF4-FFF2-40B4-BE49-F238E27FC236}">
                <a16:creationId xmlns:a16="http://schemas.microsoft.com/office/drawing/2014/main" id="{AD73CD73-8AC1-4627-BBB4-4B7BA98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95775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rPr>
              <a:t>9月</a:t>
            </a:r>
          </a:p>
        </p:txBody>
      </p:sp>
      <p:sp>
        <p:nvSpPr>
          <p:cNvPr id="26" name="milestone-title-2">
            <a:extLst xmlns:a="http://schemas.openxmlformats.org/drawingml/2006/main">
              <a:ext uri="{FF2B5EF4-FFF2-40B4-BE49-F238E27FC236}">
                <a16:creationId xmlns:a16="http://schemas.microsoft.com/office/drawing/2014/main" id="{EC6F8B97-0159-4134-8DBB-3D729016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5767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测试与部署准备</a:t>
            </a:r>
          </a:p>
        </p:txBody>
      </p:sp>
      <p:sp>
        <p:nvSpPr>
          <p:cNvPr id="27" name="milestone-detail-2">
            <a:extLst xmlns:a="http://schemas.openxmlformats.org/drawingml/2006/main">
              <a:ext uri="{FF2B5EF4-FFF2-40B4-BE49-F238E27FC236}">
                <a16:creationId xmlns:a16="http://schemas.microsoft.com/office/drawing/2014/main" id="{2BFBF662-246A-4C26-807B-7E8707A6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00575"/>
            <a:ext cx="5086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制作部署文件，修订测试大纲并测试部分功能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772694cb14f47"/>
          <a:stretch xmlns:a="http://schemas.openxmlformats.org/drawingml/2006/main"/>
        </p:blipFill>
        <p:spPr>
          <a:xfrm xmlns:a="http://schemas.openxmlformats.org/drawingml/2006/main">
            <a:off x="6953250" y="252631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29" name="ui-0-border">
            <a:extLst xmlns:a="http://schemas.openxmlformats.org/drawingml/2006/main">
              <a:ext uri="{FF2B5EF4-FFF2-40B4-BE49-F238E27FC236}">
                <a16:creationId xmlns:a16="http://schemas.microsoft.com/office/drawing/2014/main" id="{643137F3-553F-48EE-85A9-E5EB29F7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30" name="ui-caption-0">
            <a:extLst xmlns:a="http://schemas.openxmlformats.org/drawingml/2006/main">
              <a:ext uri="{FF2B5EF4-FFF2-40B4-BE49-F238E27FC236}">
                <a16:creationId xmlns:a16="http://schemas.microsoft.com/office/drawing/2014/main" id="{B0750A99-D553-4443-8BF0-7CAF21C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004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流程画布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57574252f482c"/>
          <a:stretch xmlns:a="http://schemas.openxmlformats.org/drawingml/2006/main"/>
        </p:blipFill>
        <p:spPr>
          <a:xfrm xmlns:a="http://schemas.openxmlformats.org/drawingml/2006/main">
            <a:off x="9525000" y="252631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32" name="ui-1-border">
            <a:extLst xmlns:a="http://schemas.openxmlformats.org/drawingml/2006/main">
              <a:ext uri="{FF2B5EF4-FFF2-40B4-BE49-F238E27FC236}">
                <a16:creationId xmlns:a16="http://schemas.microsoft.com/office/drawing/2014/main" id="{4A9B3576-4C99-4C4A-85B6-A9027A5A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241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33" name="ui-caption-1">
            <a:extLst xmlns:a="http://schemas.openxmlformats.org/drawingml/2006/main">
              <a:ext uri="{FF2B5EF4-FFF2-40B4-BE49-F238E27FC236}">
                <a16:creationId xmlns:a16="http://schemas.microsoft.com/office/drawing/2014/main" id="{C0BA2B01-DA25-4A4A-B7FD-3EC201F7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参数录入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dedf8e7424261"/>
          <a:stretch xmlns:a="http://schemas.openxmlformats.org/drawingml/2006/main"/>
        </p:blipFill>
        <p:spPr>
          <a:xfrm xmlns:a="http://schemas.openxmlformats.org/drawingml/2006/main">
            <a:off x="6953250" y="403126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35" name="ui-2-border">
            <a:extLst xmlns:a="http://schemas.openxmlformats.org/drawingml/2006/main">
              <a:ext uri="{FF2B5EF4-FFF2-40B4-BE49-F238E27FC236}">
                <a16:creationId xmlns:a16="http://schemas.microsoft.com/office/drawing/2014/main" id="{4CFAC722-5C82-41A4-957B-1B13E390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2907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36" name="ui-caption-2">
            <a:extLst xmlns:a="http://schemas.openxmlformats.org/drawingml/2006/main">
              <a:ext uri="{FF2B5EF4-FFF2-40B4-BE49-F238E27FC236}">
                <a16:creationId xmlns:a16="http://schemas.microsoft.com/office/drawing/2014/main" id="{F8014646-8DEC-4D93-BE2D-24070BF0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0542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运算结果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bfd6cae084366"/>
          <a:stretch xmlns:a="http://schemas.openxmlformats.org/drawingml/2006/main"/>
        </p:blipFill>
        <p:spPr>
          <a:xfrm xmlns:a="http://schemas.openxmlformats.org/drawingml/2006/main">
            <a:off x="9525000" y="403126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38" name="ui-3-border">
            <a:extLst xmlns:a="http://schemas.openxmlformats.org/drawingml/2006/main">
              <a:ext uri="{FF2B5EF4-FFF2-40B4-BE49-F238E27FC236}">
                <a16:creationId xmlns:a16="http://schemas.microsoft.com/office/drawing/2014/main" id="{FAFB6893-E279-4BDE-B03A-4971CB9E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39" name="ui-caption-3">
            <a:extLst xmlns:a="http://schemas.openxmlformats.org/drawingml/2006/main">
              <a:ext uri="{FF2B5EF4-FFF2-40B4-BE49-F238E27FC236}">
                <a16:creationId xmlns:a16="http://schemas.microsoft.com/office/drawing/2014/main" id="{18123B0F-013C-423D-B6B0-1874DC2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0542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趋势图</a:t>
            </a:r>
          </a:p>
        </p:txBody>
      </p:sp>
      <p:sp>
        <p:nvSpPr>
          <p:cNvPr id="40" name="issues-background">
            <a:extLst xmlns:a="http://schemas.openxmlformats.org/drawingml/2006/main">
              <a:ext uri="{FF2B5EF4-FFF2-40B4-BE49-F238E27FC236}">
                <a16:creationId xmlns:a16="http://schemas.microsoft.com/office/drawing/2014/main" id="{96D5F39B-932C-4A7D-9EC2-9AF6A120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581650"/>
            <a:ext cx="1152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issues-heading">
            <a:extLst xmlns:a="http://schemas.openxmlformats.org/drawingml/2006/main">
              <a:ext uri="{FF2B5EF4-FFF2-40B4-BE49-F238E27FC236}">
                <a16:creationId xmlns:a16="http://schemas.microsoft.com/office/drawing/2014/main" id="{ECA8CA79-F070-4CD8-9822-47F6167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存在的问题</a:t>
            </a:r>
          </a:p>
        </p:txBody>
      </p:sp>
      <p:sp>
        <p:nvSpPr>
          <p:cNvPr id="42" name="issues-one">
            <a:extLst xmlns:a="http://schemas.openxmlformats.org/drawingml/2006/main">
              <a:ext uri="{FF2B5EF4-FFF2-40B4-BE49-F238E27FC236}">
                <a16:creationId xmlns:a16="http://schemas.microsoft.com/office/drawing/2014/main" id="{722F51E4-11BE-46A6-B4AE-5DF13CC5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 部分功能仍在内部离线测试，测试中发现的系统 bug 需持续修复。</a:t>
            </a:r>
          </a:p>
        </p:txBody>
      </p:sp>
      <p:sp>
        <p:nvSpPr>
          <p:cNvPr id="43" name="issues-two">
            <a:extLst xmlns:a="http://schemas.openxmlformats.org/drawingml/2006/main">
              <a:ext uri="{FF2B5EF4-FFF2-40B4-BE49-F238E27FC236}">
                <a16:creationId xmlns:a16="http://schemas.microsoft.com/office/drawing/2014/main" id="{1160093A-CC5F-4146-A6A2-7BD5BE73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43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 前后端部署文件的有效性、完整性尚待验证，初版系统尚待部署。</a:t>
            </a:r>
          </a:p>
        </p:txBody>
      </p:sp>
      <p:sp>
        <p:nvSpPr>
          <p:cNvPr id="4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B63BDC2-DF3E-4270-9AB7-20587EA7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9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960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2026-09-21T05:41:04.9180000Z</dcterms:created>
  <dcterms:modified xsi:type="dcterms:W3CDTF">2026-09-21T05:41:04.9190000Z</dcterms:modified>
</coreProperties>
</file>